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CBBC3-FFA1-4F8B-8BB3-235AF1791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CD538-27B9-46E5-9D6C-99FEFEC65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937A7-A1C5-45E5-AA0E-F2E7EB3EA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E91EF-D78E-482F-85BD-A5EE06D7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9C02C-B328-4B41-AABC-E327D142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28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3ADC-081C-4F06-9A31-D8B27031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C9E04-6321-4191-A47E-9EBE0ACD8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551F1-9786-44F7-AFB8-54ECE2601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F0061-1DC8-4F23-AA74-1FD6C4A92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34968-DBAC-4B32-B4B8-359994C4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76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A9C14-5F26-4A99-B170-20645673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F05FE5-6F4B-4DAA-8294-1B3F682B9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D7082-C556-489D-99CF-E7F31C331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634A-6403-4C93-895F-80F6E2B84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B741B-5DC4-4AA8-86FE-02C1890D4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058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6664-BBD9-4FE7-86F0-12B8F6F80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BD3B-9FF1-4D43-A6B7-BEF4AA8744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95247-9DF4-4642-9B39-4564B63FF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C597F-4701-4A03-BC4C-C9F513AF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D07EC-6A05-43CA-8903-4101F72FF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9D9BB-7ADD-4300-BCE4-FB0BFAE26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68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BCFDA-3C6F-4244-BD8D-18CF9097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B20A8-93AA-4E8D-A32D-3680F1129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F3E09-E23C-47F8-AD5E-D1E48DFD9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082BB-C2DD-48C0-BEF2-1FCE678F9D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3FD2B1-3698-422C-9607-0AB75104F6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548B56-1BD7-479E-81F8-EACB0AC86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88633C-280A-4275-953D-5BB85A4EB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A9942B-139D-499E-99D1-BEBDA642E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9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58A47-E567-4DC5-BD88-4B5AEF6B9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0AAA75-F67B-4BC4-AA71-6B320505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31E828-0024-457E-AF1C-129E4C76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EC1FC-61E7-4788-ADF5-10407C19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929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4CEC40-C5A0-456B-8B64-24E8413F1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260122-04EE-45F9-89F5-8C12DD507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15B30-6D8A-4FCA-8B45-ADF58E2C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74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735E7-DE37-4418-A1EE-B0E689C3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E43DE-BC95-4610-A894-E21180353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9283F-5396-4AEA-B910-01F2BA01A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0E29C-C45E-4745-9736-50BBF12C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EEE9CF-9972-4AEB-9E44-ACE3A74A9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D08FBB-8547-41E9-9B5C-0E3638F0A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06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CBC0C-2B33-46D0-AC7B-D9A8EDA4A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E0ABE-9250-4AEB-A0C6-C62617E65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6AABE-2700-4AFA-9F74-78BAD93BA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7A19B9-71AE-462F-A44F-B2C5461AE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FCA6E-C1B7-4520-96BE-A98D807A2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E93E0-B110-4E95-8E12-EE8C3C18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43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CDDC2-424E-4113-B959-A7BF3555E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32B771-9498-4175-B426-CD3428894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2A7CA-4F2E-4AFF-857F-4530271FD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65B31-07F8-4AA4-BA17-E1391D6CA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E304B-31AC-4926-B753-1A0E32B4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54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0B1FE-17BD-42B9-BC60-873EA8FD4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16DBB-E4F3-43F2-8B76-62DED5F26D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F5B95-979A-401C-A56B-58C83A70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6AB1E-3B66-488B-9A91-AAC840C4F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4C1A0-6089-4027-97CF-41FA1D8B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3E9AFF-857F-4678-B572-1F8E76EC2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3CB7D-2B28-4FDC-8E76-75B46E689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BE56E-80C9-4FCC-B998-D526D7B2A4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55E99-59A1-41B7-97DB-1EB28DC9C9C5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595A1-437B-4136-A426-6869B2395B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737A2-0FFE-48D9-A6C6-3F2AC9F51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6AD214-0AE8-4E59-BD6C-5E94A9A562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15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BFBCF-5645-4797-8F45-E9F4A8028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8379" y="1041400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03E3ED-074B-4CB2-BC6D-1746DCFA8A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0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5F3B-73BC-40F1-97D8-5BF1A372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59BC7-B90E-48FB-906F-CD017AF37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99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CFA8-CE11-46F9-B97F-4EC745233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EB47-C883-4D7D-80F2-50BCAE144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73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9D15E-E1BF-4E83-BE8F-B08BE3A2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97FD0-41DA-40B5-8119-05C3D16A7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74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4CF3D-E698-4410-A0E9-88A759B3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D5BF5-1F14-465A-954D-9DA2E2F47E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961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</cp:revision>
  <dcterms:created xsi:type="dcterms:W3CDTF">2026-08-10T02:22:40Z</dcterms:created>
  <dcterms:modified xsi:type="dcterms:W3CDTF">2026-08-10T02:30:03Z</dcterms:modified>
</cp:coreProperties>
</file>